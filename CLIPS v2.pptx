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5" r:id="rId4"/>
    <p:sldId id="264" r:id="rId5"/>
    <p:sldId id="258" r:id="rId6"/>
    <p:sldId id="266" r:id="rId7"/>
    <p:sldId id="260" r:id="rId8"/>
    <p:sldId id="263" r:id="rId9"/>
    <p:sldId id="262" r:id="rId10"/>
    <p:sldId id="261" r:id="rId11"/>
    <p:sldId id="270" r:id="rId12"/>
    <p:sldId id="268" r:id="rId13"/>
    <p:sldId id="269" r:id="rId14"/>
    <p:sldId id="267" r:id="rId15"/>
    <p:sldId id="274" r:id="rId16"/>
    <p:sldId id="272" r:id="rId17"/>
    <p:sldId id="273" r:id="rId18"/>
    <p:sldId id="271" r:id="rId19"/>
    <p:sldId id="25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88"/>
    <p:restoredTop sz="94739"/>
  </p:normalViewPr>
  <p:slideViewPr>
    <p:cSldViewPr snapToGrid="0">
      <p:cViewPr varScale="1">
        <p:scale>
          <a:sx n="210" d="100"/>
          <a:sy n="210" d="100"/>
        </p:scale>
        <p:origin x="1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41FC18-197A-4EF8-8D60-EC5552DD8531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264987-07BB-4EE8-A972-B0EF5C188142}">
      <dgm:prSet/>
      <dgm:spPr/>
      <dgm:t>
        <a:bodyPr/>
        <a:lstStyle/>
        <a:p>
          <a:r>
            <a:rPr lang="en-US" dirty="0"/>
            <a:t>(exit)</a:t>
          </a:r>
        </a:p>
      </dgm:t>
    </dgm:pt>
    <dgm:pt modelId="{F4FD7643-5542-488A-ADB4-2BE4FBED76F3}" type="parTrans" cxnId="{D7EB465B-0D75-4E83-9219-5A1FD359E534}">
      <dgm:prSet/>
      <dgm:spPr/>
      <dgm:t>
        <a:bodyPr/>
        <a:lstStyle/>
        <a:p>
          <a:endParaRPr lang="en-US"/>
        </a:p>
      </dgm:t>
    </dgm:pt>
    <dgm:pt modelId="{5F2544F5-FBC8-4A82-9495-C0D134647CB4}" type="sibTrans" cxnId="{D7EB465B-0D75-4E83-9219-5A1FD359E534}">
      <dgm:prSet/>
      <dgm:spPr/>
      <dgm:t>
        <a:bodyPr/>
        <a:lstStyle/>
        <a:p>
          <a:endParaRPr lang="en-US"/>
        </a:p>
      </dgm:t>
    </dgm:pt>
    <dgm:pt modelId="{09B0384E-CEB7-4A22-BF68-7F38E75E9F4E}">
      <dgm:prSet/>
      <dgm:spPr/>
      <dgm:t>
        <a:bodyPr/>
        <a:lstStyle/>
        <a:p>
          <a:r>
            <a:rPr lang="en-US" dirty="0"/>
            <a:t>(run)</a:t>
          </a:r>
        </a:p>
      </dgm:t>
    </dgm:pt>
    <dgm:pt modelId="{2A86938A-3546-4527-8D3A-0E59488A5CCE}" type="parTrans" cxnId="{0C902644-D17D-40AD-B3B0-24D66F6C4B9A}">
      <dgm:prSet/>
      <dgm:spPr/>
      <dgm:t>
        <a:bodyPr/>
        <a:lstStyle/>
        <a:p>
          <a:endParaRPr lang="en-US"/>
        </a:p>
      </dgm:t>
    </dgm:pt>
    <dgm:pt modelId="{6DF7C070-1EDA-4BB3-B07A-9F2691CB37EA}" type="sibTrans" cxnId="{0C902644-D17D-40AD-B3B0-24D66F6C4B9A}">
      <dgm:prSet/>
      <dgm:spPr/>
      <dgm:t>
        <a:bodyPr/>
        <a:lstStyle/>
        <a:p>
          <a:endParaRPr lang="en-US"/>
        </a:p>
      </dgm:t>
    </dgm:pt>
    <dgm:pt modelId="{91FD5A50-43B5-4F02-A05B-60B3C732286E}">
      <dgm:prSet/>
      <dgm:spPr/>
      <dgm:t>
        <a:bodyPr/>
        <a:lstStyle/>
        <a:p>
          <a:r>
            <a:rPr lang="en-US" dirty="0"/>
            <a:t>(clear)</a:t>
          </a:r>
        </a:p>
      </dgm:t>
    </dgm:pt>
    <dgm:pt modelId="{7B93FCBE-B454-4AB3-A3E6-226887C32724}" type="sibTrans" cxnId="{CAF07C16-ED54-4556-B8B1-3468C51B145C}">
      <dgm:prSet/>
      <dgm:spPr/>
      <dgm:t>
        <a:bodyPr/>
        <a:lstStyle/>
        <a:p>
          <a:endParaRPr lang="en-US"/>
        </a:p>
      </dgm:t>
    </dgm:pt>
    <dgm:pt modelId="{EF896989-A536-42E3-91DF-B76DB77E7D6F}" type="parTrans" cxnId="{CAF07C16-ED54-4556-B8B1-3468C51B145C}">
      <dgm:prSet/>
      <dgm:spPr/>
      <dgm:t>
        <a:bodyPr/>
        <a:lstStyle/>
        <a:p>
          <a:endParaRPr lang="en-US"/>
        </a:p>
      </dgm:t>
    </dgm:pt>
    <dgm:pt modelId="{CE887472-A4B7-6F4A-AE56-13115168974F}">
      <dgm:prSet/>
      <dgm:spPr/>
      <dgm:t>
        <a:bodyPr/>
        <a:lstStyle/>
        <a:p>
          <a:r>
            <a:rPr lang="en-US" dirty="0"/>
            <a:t>To exit from CLIPS</a:t>
          </a:r>
        </a:p>
      </dgm:t>
    </dgm:pt>
    <dgm:pt modelId="{622CE10C-386B-2A4B-AC30-A8713370357E}" type="parTrans" cxnId="{449CC8D0-EE2F-0446-8932-59D10DB2AFBE}">
      <dgm:prSet/>
      <dgm:spPr/>
      <dgm:t>
        <a:bodyPr/>
        <a:lstStyle/>
        <a:p>
          <a:endParaRPr lang="en-US"/>
        </a:p>
      </dgm:t>
    </dgm:pt>
    <dgm:pt modelId="{AD3FA098-DD90-B546-A213-72DBC88A10CB}" type="sibTrans" cxnId="{449CC8D0-EE2F-0446-8932-59D10DB2AFBE}">
      <dgm:prSet/>
      <dgm:spPr/>
      <dgm:t>
        <a:bodyPr/>
        <a:lstStyle/>
        <a:p>
          <a:endParaRPr lang="en-US"/>
        </a:p>
      </dgm:t>
    </dgm:pt>
    <dgm:pt modelId="{449C02C8-DB03-D447-B69E-48359D4B73BC}">
      <dgm:prSet/>
      <dgm:spPr/>
      <dgm:t>
        <a:bodyPr/>
        <a:lstStyle/>
        <a:p>
          <a:r>
            <a:rPr lang="en-US" dirty="0"/>
            <a:t>(reset)</a:t>
          </a:r>
        </a:p>
      </dgm:t>
    </dgm:pt>
    <dgm:pt modelId="{26E726FE-C246-D24C-B8D8-79F347E4F91B}" type="parTrans" cxnId="{BA6AF8EF-84B3-F941-9101-338A765737A1}">
      <dgm:prSet/>
      <dgm:spPr/>
      <dgm:t>
        <a:bodyPr/>
        <a:lstStyle/>
        <a:p>
          <a:endParaRPr lang="en-US"/>
        </a:p>
      </dgm:t>
    </dgm:pt>
    <dgm:pt modelId="{FEAFACE9-4DF8-8246-843E-AFAB4494ADDE}" type="sibTrans" cxnId="{BA6AF8EF-84B3-F941-9101-338A765737A1}">
      <dgm:prSet/>
      <dgm:spPr/>
      <dgm:t>
        <a:bodyPr/>
        <a:lstStyle/>
        <a:p>
          <a:endParaRPr lang="en-US"/>
        </a:p>
      </dgm:t>
    </dgm:pt>
    <dgm:pt modelId="{8827D067-FA0E-E24C-8A9A-6829C17D762D}">
      <dgm:prSet/>
      <dgm:spPr/>
      <dgm:t>
        <a:bodyPr/>
        <a:lstStyle/>
        <a:p>
          <a:r>
            <a:rPr lang="en-US" dirty="0"/>
            <a:t>To clear the environment from facts, rules, and other active definitions</a:t>
          </a:r>
        </a:p>
      </dgm:t>
    </dgm:pt>
    <dgm:pt modelId="{F728AA60-A417-374A-A828-61B5EEDC9AE1}" type="parTrans" cxnId="{332968E8-A361-E44C-B62A-200E2A3A2863}">
      <dgm:prSet/>
      <dgm:spPr/>
      <dgm:t>
        <a:bodyPr/>
        <a:lstStyle/>
        <a:p>
          <a:endParaRPr lang="en-US"/>
        </a:p>
      </dgm:t>
    </dgm:pt>
    <dgm:pt modelId="{6DF7DDE3-3B57-3045-8D2B-0491BCBE07D4}" type="sibTrans" cxnId="{332968E8-A361-E44C-B62A-200E2A3A2863}">
      <dgm:prSet/>
      <dgm:spPr/>
      <dgm:t>
        <a:bodyPr/>
        <a:lstStyle/>
        <a:p>
          <a:endParaRPr lang="en-US"/>
        </a:p>
      </dgm:t>
    </dgm:pt>
    <dgm:pt modelId="{1AD73BE3-9F30-2E41-BF2D-0EBF0DF80F96}">
      <dgm:prSet/>
      <dgm:spPr/>
      <dgm:t>
        <a:bodyPr/>
        <a:lstStyle/>
        <a:p>
          <a:r>
            <a:rPr lang="en-US" dirty="0"/>
            <a:t>To set the fact base to its initial state (clears existing facts; sets (initial-fact), and all (</a:t>
          </a:r>
          <a:r>
            <a:rPr lang="en-US" dirty="0" err="1"/>
            <a:t>deffacts</a:t>
          </a:r>
          <a:r>
            <a:rPr lang="en-US" dirty="0"/>
            <a:t>) constructs in the program</a:t>
          </a:r>
        </a:p>
      </dgm:t>
    </dgm:pt>
    <dgm:pt modelId="{59278B56-DB5B-4A42-8EB4-420EFBC4E99C}" type="parTrans" cxnId="{92FE071F-4961-4F4E-8289-8F132083648D}">
      <dgm:prSet/>
      <dgm:spPr/>
    </dgm:pt>
    <dgm:pt modelId="{04CD6AE4-A8C9-7644-BBEC-D72E5D7CA710}" type="sibTrans" cxnId="{92FE071F-4961-4F4E-8289-8F132083648D}">
      <dgm:prSet/>
      <dgm:spPr/>
    </dgm:pt>
    <dgm:pt modelId="{8EFF3B02-6F86-F449-980E-7CC09A913AF5}">
      <dgm:prSet/>
      <dgm:spPr/>
      <dgm:t>
        <a:bodyPr/>
        <a:lstStyle/>
        <a:p>
          <a:r>
            <a:rPr lang="en-US" dirty="0"/>
            <a:t>Executes a program currently loaded into the CLIPS interpreter against currently defined rule-bases and fact bases</a:t>
          </a:r>
        </a:p>
      </dgm:t>
    </dgm:pt>
    <dgm:pt modelId="{B34CB172-3A35-B747-84AD-F0396BFEB7ED}" type="parTrans" cxnId="{E83244C6-05DA-C240-867E-6FBE3E0DA6F0}">
      <dgm:prSet/>
      <dgm:spPr/>
    </dgm:pt>
    <dgm:pt modelId="{65EDDA1D-DEC3-FE4A-85ED-D3CA3C6963CF}" type="sibTrans" cxnId="{E83244C6-05DA-C240-867E-6FBE3E0DA6F0}">
      <dgm:prSet/>
      <dgm:spPr/>
    </dgm:pt>
    <dgm:pt modelId="{548749B1-CCF0-2F46-8368-14510222278A}" type="pres">
      <dgm:prSet presAssocID="{FC41FC18-197A-4EF8-8D60-EC5552DD8531}" presName="Name0" presStyleCnt="0">
        <dgm:presLayoutVars>
          <dgm:dir/>
          <dgm:animLvl val="lvl"/>
          <dgm:resizeHandles val="exact"/>
        </dgm:presLayoutVars>
      </dgm:prSet>
      <dgm:spPr/>
    </dgm:pt>
    <dgm:pt modelId="{90F0FBA3-2ADE-7542-B4F7-5FA843E681A8}" type="pres">
      <dgm:prSet presAssocID="{F2264987-07BB-4EE8-A972-B0EF5C188142}" presName="linNode" presStyleCnt="0"/>
      <dgm:spPr/>
    </dgm:pt>
    <dgm:pt modelId="{81CFCDC6-929E-DA42-B9FF-2AA3F7BA18EA}" type="pres">
      <dgm:prSet presAssocID="{F2264987-07BB-4EE8-A972-B0EF5C188142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4E29F66F-EB8A-D44A-9758-89437200C66A}" type="pres">
      <dgm:prSet presAssocID="{F2264987-07BB-4EE8-A972-B0EF5C188142}" presName="descendantText" presStyleLbl="alignNode1" presStyleIdx="0" presStyleCnt="4">
        <dgm:presLayoutVars>
          <dgm:bulletEnabled/>
        </dgm:presLayoutVars>
      </dgm:prSet>
      <dgm:spPr/>
    </dgm:pt>
    <dgm:pt modelId="{A082C629-77EC-F043-BEBC-72B3CC2220D7}" type="pres">
      <dgm:prSet presAssocID="{5F2544F5-FBC8-4A82-9495-C0D134647CB4}" presName="sp" presStyleCnt="0"/>
      <dgm:spPr/>
    </dgm:pt>
    <dgm:pt modelId="{C5AFCD39-96B5-E04D-B408-356718BC661F}" type="pres">
      <dgm:prSet presAssocID="{91FD5A50-43B5-4F02-A05B-60B3C732286E}" presName="linNode" presStyleCnt="0"/>
      <dgm:spPr/>
    </dgm:pt>
    <dgm:pt modelId="{591C66BE-7C1D-B245-8FF7-D3AA739B86BF}" type="pres">
      <dgm:prSet presAssocID="{91FD5A50-43B5-4F02-A05B-60B3C732286E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114F1165-9B60-5248-BCC3-0CBE564DE6E8}" type="pres">
      <dgm:prSet presAssocID="{91FD5A50-43B5-4F02-A05B-60B3C732286E}" presName="descendantText" presStyleLbl="alignNode1" presStyleIdx="1" presStyleCnt="4">
        <dgm:presLayoutVars>
          <dgm:bulletEnabled/>
        </dgm:presLayoutVars>
      </dgm:prSet>
      <dgm:spPr/>
    </dgm:pt>
    <dgm:pt modelId="{2BAE78EE-092E-9041-8D0D-28FA9D8A9CCF}" type="pres">
      <dgm:prSet presAssocID="{7B93FCBE-B454-4AB3-A3E6-226887C32724}" presName="sp" presStyleCnt="0"/>
      <dgm:spPr/>
    </dgm:pt>
    <dgm:pt modelId="{0DDBCE25-FE37-7048-9C22-A52C60541010}" type="pres">
      <dgm:prSet presAssocID="{449C02C8-DB03-D447-B69E-48359D4B73BC}" presName="linNode" presStyleCnt="0"/>
      <dgm:spPr/>
    </dgm:pt>
    <dgm:pt modelId="{CCA854ED-3132-3D4B-8B7E-4E0859E785DB}" type="pres">
      <dgm:prSet presAssocID="{449C02C8-DB03-D447-B69E-48359D4B73BC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2BEF690E-E02F-A541-BEAB-6EC36C9314FA}" type="pres">
      <dgm:prSet presAssocID="{449C02C8-DB03-D447-B69E-48359D4B73BC}" presName="descendantText" presStyleLbl="alignNode1" presStyleIdx="2" presStyleCnt="4">
        <dgm:presLayoutVars>
          <dgm:bulletEnabled/>
        </dgm:presLayoutVars>
      </dgm:prSet>
      <dgm:spPr/>
    </dgm:pt>
    <dgm:pt modelId="{D201796D-A36B-894D-BA1A-CAC023B16686}" type="pres">
      <dgm:prSet presAssocID="{FEAFACE9-4DF8-8246-843E-AFAB4494ADDE}" presName="sp" presStyleCnt="0"/>
      <dgm:spPr/>
    </dgm:pt>
    <dgm:pt modelId="{CDB6FAB3-07D1-8E43-B136-FE89439B5E01}" type="pres">
      <dgm:prSet presAssocID="{09B0384E-CEB7-4A22-BF68-7F38E75E9F4E}" presName="linNode" presStyleCnt="0"/>
      <dgm:spPr/>
    </dgm:pt>
    <dgm:pt modelId="{B7410883-9BC0-EE45-9618-63ABC5203700}" type="pres">
      <dgm:prSet presAssocID="{09B0384E-CEB7-4A22-BF68-7F38E75E9F4E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DEED95D3-0A1D-254F-81B9-AE18ECD4447C}" type="pres">
      <dgm:prSet presAssocID="{09B0384E-CEB7-4A22-BF68-7F38E75E9F4E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CAF07C16-ED54-4556-B8B1-3468C51B145C}" srcId="{FC41FC18-197A-4EF8-8D60-EC5552DD8531}" destId="{91FD5A50-43B5-4F02-A05B-60B3C732286E}" srcOrd="1" destOrd="0" parTransId="{EF896989-A536-42E3-91DF-B76DB77E7D6F}" sibTransId="{7B93FCBE-B454-4AB3-A3E6-226887C32724}"/>
    <dgm:cxn modelId="{92FE071F-4961-4F4E-8289-8F132083648D}" srcId="{449C02C8-DB03-D447-B69E-48359D4B73BC}" destId="{1AD73BE3-9F30-2E41-BF2D-0EBF0DF80F96}" srcOrd="0" destOrd="0" parTransId="{59278B56-DB5B-4A42-8EB4-420EFBC4E99C}" sibTransId="{04CD6AE4-A8C9-7644-BBEC-D72E5D7CA710}"/>
    <dgm:cxn modelId="{813F2120-F9CB-B240-A716-5C7354E78061}" type="presOf" srcId="{8EFF3B02-6F86-F449-980E-7CC09A913AF5}" destId="{DEED95D3-0A1D-254F-81B9-AE18ECD4447C}" srcOrd="0" destOrd="0" presId="urn:microsoft.com/office/officeart/2016/7/layout/VerticalHollowActionList"/>
    <dgm:cxn modelId="{D870E026-78A1-6D41-BFEC-225C0C875858}" type="presOf" srcId="{1AD73BE3-9F30-2E41-BF2D-0EBF0DF80F96}" destId="{2BEF690E-E02F-A541-BEAB-6EC36C9314FA}" srcOrd="0" destOrd="0" presId="urn:microsoft.com/office/officeart/2016/7/layout/VerticalHollowActionList"/>
    <dgm:cxn modelId="{CF03A82D-7C18-2B42-9BD8-5461B114DF21}" type="presOf" srcId="{CE887472-A4B7-6F4A-AE56-13115168974F}" destId="{4E29F66F-EB8A-D44A-9758-89437200C66A}" srcOrd="0" destOrd="0" presId="urn:microsoft.com/office/officeart/2016/7/layout/VerticalHollowActionList"/>
    <dgm:cxn modelId="{0C902644-D17D-40AD-B3B0-24D66F6C4B9A}" srcId="{FC41FC18-197A-4EF8-8D60-EC5552DD8531}" destId="{09B0384E-CEB7-4A22-BF68-7F38E75E9F4E}" srcOrd="3" destOrd="0" parTransId="{2A86938A-3546-4527-8D3A-0E59488A5CCE}" sibTransId="{6DF7C070-1EDA-4BB3-B07A-9F2691CB37EA}"/>
    <dgm:cxn modelId="{9DB55459-A4F7-6244-88EC-99EF5BDA4305}" type="presOf" srcId="{09B0384E-CEB7-4A22-BF68-7F38E75E9F4E}" destId="{B7410883-9BC0-EE45-9618-63ABC5203700}" srcOrd="0" destOrd="0" presId="urn:microsoft.com/office/officeart/2016/7/layout/VerticalHollowActionList"/>
    <dgm:cxn modelId="{D7EB465B-0D75-4E83-9219-5A1FD359E534}" srcId="{FC41FC18-197A-4EF8-8D60-EC5552DD8531}" destId="{F2264987-07BB-4EE8-A972-B0EF5C188142}" srcOrd="0" destOrd="0" parTransId="{F4FD7643-5542-488A-ADB4-2BE4FBED76F3}" sibTransId="{5F2544F5-FBC8-4A82-9495-C0D134647CB4}"/>
    <dgm:cxn modelId="{B4AD4279-986F-E943-A572-24B33C641CC6}" type="presOf" srcId="{8827D067-FA0E-E24C-8A9A-6829C17D762D}" destId="{114F1165-9B60-5248-BCC3-0CBE564DE6E8}" srcOrd="0" destOrd="0" presId="urn:microsoft.com/office/officeart/2016/7/layout/VerticalHollowActionList"/>
    <dgm:cxn modelId="{AFFC618D-D8EA-4E42-9CED-1327119AE741}" type="presOf" srcId="{FC41FC18-197A-4EF8-8D60-EC5552DD8531}" destId="{548749B1-CCF0-2F46-8368-14510222278A}" srcOrd="0" destOrd="0" presId="urn:microsoft.com/office/officeart/2016/7/layout/VerticalHollowActionList"/>
    <dgm:cxn modelId="{E83244C6-05DA-C240-867E-6FBE3E0DA6F0}" srcId="{09B0384E-CEB7-4A22-BF68-7F38E75E9F4E}" destId="{8EFF3B02-6F86-F449-980E-7CC09A913AF5}" srcOrd="0" destOrd="0" parTransId="{B34CB172-3A35-B747-84AD-F0396BFEB7ED}" sibTransId="{65EDDA1D-DEC3-FE4A-85ED-D3CA3C6963CF}"/>
    <dgm:cxn modelId="{20769FCC-BAD5-6646-8D90-04F0C0E9824E}" type="presOf" srcId="{91FD5A50-43B5-4F02-A05B-60B3C732286E}" destId="{591C66BE-7C1D-B245-8FF7-D3AA739B86BF}" srcOrd="0" destOrd="0" presId="urn:microsoft.com/office/officeart/2016/7/layout/VerticalHollowActionList"/>
    <dgm:cxn modelId="{449CC8D0-EE2F-0446-8932-59D10DB2AFBE}" srcId="{F2264987-07BB-4EE8-A972-B0EF5C188142}" destId="{CE887472-A4B7-6F4A-AE56-13115168974F}" srcOrd="0" destOrd="0" parTransId="{622CE10C-386B-2A4B-AC30-A8713370357E}" sibTransId="{AD3FA098-DD90-B546-A213-72DBC88A10CB}"/>
    <dgm:cxn modelId="{7063DDD1-19E1-0B47-9624-C26303C5B611}" type="presOf" srcId="{F2264987-07BB-4EE8-A972-B0EF5C188142}" destId="{81CFCDC6-929E-DA42-B9FF-2AA3F7BA18EA}" srcOrd="0" destOrd="0" presId="urn:microsoft.com/office/officeart/2016/7/layout/VerticalHollowActionList"/>
    <dgm:cxn modelId="{E34570DA-6634-B144-B644-0C059FC4A89E}" type="presOf" srcId="{449C02C8-DB03-D447-B69E-48359D4B73BC}" destId="{CCA854ED-3132-3D4B-8B7E-4E0859E785DB}" srcOrd="0" destOrd="0" presId="urn:microsoft.com/office/officeart/2016/7/layout/VerticalHollowActionList"/>
    <dgm:cxn modelId="{332968E8-A361-E44C-B62A-200E2A3A2863}" srcId="{91FD5A50-43B5-4F02-A05B-60B3C732286E}" destId="{8827D067-FA0E-E24C-8A9A-6829C17D762D}" srcOrd="0" destOrd="0" parTransId="{F728AA60-A417-374A-A828-61B5EEDC9AE1}" sibTransId="{6DF7DDE3-3B57-3045-8D2B-0491BCBE07D4}"/>
    <dgm:cxn modelId="{BA6AF8EF-84B3-F941-9101-338A765737A1}" srcId="{FC41FC18-197A-4EF8-8D60-EC5552DD8531}" destId="{449C02C8-DB03-D447-B69E-48359D4B73BC}" srcOrd="2" destOrd="0" parTransId="{26E726FE-C246-D24C-B8D8-79F347E4F91B}" sibTransId="{FEAFACE9-4DF8-8246-843E-AFAB4494ADDE}"/>
    <dgm:cxn modelId="{3BD9E59F-051A-4548-AB21-A6CC5B5B1DB1}" type="presParOf" srcId="{548749B1-CCF0-2F46-8368-14510222278A}" destId="{90F0FBA3-2ADE-7542-B4F7-5FA843E681A8}" srcOrd="0" destOrd="0" presId="urn:microsoft.com/office/officeart/2016/7/layout/VerticalHollowActionList"/>
    <dgm:cxn modelId="{C5A0493A-CBEF-474E-A4FA-2B8610B9BF1E}" type="presParOf" srcId="{90F0FBA3-2ADE-7542-B4F7-5FA843E681A8}" destId="{81CFCDC6-929E-DA42-B9FF-2AA3F7BA18EA}" srcOrd="0" destOrd="0" presId="urn:microsoft.com/office/officeart/2016/7/layout/VerticalHollowActionList"/>
    <dgm:cxn modelId="{E72810B6-A2A0-4C4F-A5AE-09B3F4992262}" type="presParOf" srcId="{90F0FBA3-2ADE-7542-B4F7-5FA843E681A8}" destId="{4E29F66F-EB8A-D44A-9758-89437200C66A}" srcOrd="1" destOrd="0" presId="urn:microsoft.com/office/officeart/2016/7/layout/VerticalHollowActionList"/>
    <dgm:cxn modelId="{C7E30DC9-9872-054D-AFC7-6AA9CA1F525F}" type="presParOf" srcId="{548749B1-CCF0-2F46-8368-14510222278A}" destId="{A082C629-77EC-F043-BEBC-72B3CC2220D7}" srcOrd="1" destOrd="0" presId="urn:microsoft.com/office/officeart/2016/7/layout/VerticalHollowActionList"/>
    <dgm:cxn modelId="{0D605182-C1B3-804B-9F23-7BB015E5C0DD}" type="presParOf" srcId="{548749B1-CCF0-2F46-8368-14510222278A}" destId="{C5AFCD39-96B5-E04D-B408-356718BC661F}" srcOrd="2" destOrd="0" presId="urn:microsoft.com/office/officeart/2016/7/layout/VerticalHollowActionList"/>
    <dgm:cxn modelId="{E974F7B2-1887-A94D-B702-DC3C3B354360}" type="presParOf" srcId="{C5AFCD39-96B5-E04D-B408-356718BC661F}" destId="{591C66BE-7C1D-B245-8FF7-D3AA739B86BF}" srcOrd="0" destOrd="0" presId="urn:microsoft.com/office/officeart/2016/7/layout/VerticalHollowActionList"/>
    <dgm:cxn modelId="{4916E0DC-14DA-AF43-BC3B-D0C31C406305}" type="presParOf" srcId="{C5AFCD39-96B5-E04D-B408-356718BC661F}" destId="{114F1165-9B60-5248-BCC3-0CBE564DE6E8}" srcOrd="1" destOrd="0" presId="urn:microsoft.com/office/officeart/2016/7/layout/VerticalHollowActionList"/>
    <dgm:cxn modelId="{CD941478-D625-0C45-B87C-E34F895FEBEA}" type="presParOf" srcId="{548749B1-CCF0-2F46-8368-14510222278A}" destId="{2BAE78EE-092E-9041-8D0D-28FA9D8A9CCF}" srcOrd="3" destOrd="0" presId="urn:microsoft.com/office/officeart/2016/7/layout/VerticalHollowActionList"/>
    <dgm:cxn modelId="{31EC2B0D-E329-6542-8657-DB0076312906}" type="presParOf" srcId="{548749B1-CCF0-2F46-8368-14510222278A}" destId="{0DDBCE25-FE37-7048-9C22-A52C60541010}" srcOrd="4" destOrd="0" presId="urn:microsoft.com/office/officeart/2016/7/layout/VerticalHollowActionList"/>
    <dgm:cxn modelId="{1973F314-B976-B549-8D63-419204FA5231}" type="presParOf" srcId="{0DDBCE25-FE37-7048-9C22-A52C60541010}" destId="{CCA854ED-3132-3D4B-8B7E-4E0859E785DB}" srcOrd="0" destOrd="0" presId="urn:microsoft.com/office/officeart/2016/7/layout/VerticalHollowActionList"/>
    <dgm:cxn modelId="{86F36748-9CC3-414D-9D7F-07CCBB0ED2CD}" type="presParOf" srcId="{0DDBCE25-FE37-7048-9C22-A52C60541010}" destId="{2BEF690E-E02F-A541-BEAB-6EC36C9314FA}" srcOrd="1" destOrd="0" presId="urn:microsoft.com/office/officeart/2016/7/layout/VerticalHollowActionList"/>
    <dgm:cxn modelId="{C83E831C-6633-B944-B6AA-F7A8EB3A4D26}" type="presParOf" srcId="{548749B1-CCF0-2F46-8368-14510222278A}" destId="{D201796D-A36B-894D-BA1A-CAC023B16686}" srcOrd="5" destOrd="0" presId="urn:microsoft.com/office/officeart/2016/7/layout/VerticalHollowActionList"/>
    <dgm:cxn modelId="{43B49CEC-AB4A-894D-AD4D-4A19C51FFC52}" type="presParOf" srcId="{548749B1-CCF0-2F46-8368-14510222278A}" destId="{CDB6FAB3-07D1-8E43-B136-FE89439B5E01}" srcOrd="6" destOrd="0" presId="urn:microsoft.com/office/officeart/2016/7/layout/VerticalHollowActionList"/>
    <dgm:cxn modelId="{4935E477-606B-9C45-8433-E7C4EB7E929F}" type="presParOf" srcId="{CDB6FAB3-07D1-8E43-B136-FE89439B5E01}" destId="{B7410883-9BC0-EE45-9618-63ABC5203700}" srcOrd="0" destOrd="0" presId="urn:microsoft.com/office/officeart/2016/7/layout/VerticalHollowActionList"/>
    <dgm:cxn modelId="{11124CA9-F064-1743-918D-CD229E32BD3E}" type="presParOf" srcId="{CDB6FAB3-07D1-8E43-B136-FE89439B5E01}" destId="{DEED95D3-0A1D-254F-81B9-AE18ECD4447C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41FC18-197A-4EF8-8D60-EC5552DD8531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264987-07BB-4EE8-A972-B0EF5C188142}">
      <dgm:prSet custT="1"/>
      <dgm:spPr/>
      <dgm:t>
        <a:bodyPr/>
        <a:lstStyle/>
        <a:p>
          <a:r>
            <a:rPr lang="en-US" sz="1600" dirty="0"/>
            <a:t>(load "</a:t>
          </a:r>
          <a:r>
            <a:rPr lang="en-US" sz="1600" dirty="0" err="1"/>
            <a:t>HIU.clp</a:t>
          </a:r>
          <a:r>
            <a:rPr lang="en-US" sz="1600" dirty="0"/>
            <a:t>")</a:t>
          </a:r>
        </a:p>
      </dgm:t>
    </dgm:pt>
    <dgm:pt modelId="{F4FD7643-5542-488A-ADB4-2BE4FBED76F3}" type="parTrans" cxnId="{D7EB465B-0D75-4E83-9219-5A1FD359E534}">
      <dgm:prSet/>
      <dgm:spPr/>
      <dgm:t>
        <a:bodyPr/>
        <a:lstStyle/>
        <a:p>
          <a:endParaRPr lang="en-US"/>
        </a:p>
      </dgm:t>
    </dgm:pt>
    <dgm:pt modelId="{5F2544F5-FBC8-4A82-9495-C0D134647CB4}" type="sibTrans" cxnId="{D7EB465B-0D75-4E83-9219-5A1FD359E534}">
      <dgm:prSet/>
      <dgm:spPr/>
      <dgm:t>
        <a:bodyPr/>
        <a:lstStyle/>
        <a:p>
          <a:endParaRPr lang="en-US"/>
        </a:p>
      </dgm:t>
    </dgm:pt>
    <dgm:pt modelId="{CE887472-A4B7-6F4A-AE56-13115168974F}">
      <dgm:prSet/>
      <dgm:spPr/>
      <dgm:t>
        <a:bodyPr/>
        <a:lstStyle/>
        <a:p>
          <a:r>
            <a:rPr lang="en-US" dirty="0"/>
            <a:t>To load a CLIPS program into the interpreter from the file named “</a:t>
          </a:r>
          <a:r>
            <a:rPr lang="en-US" dirty="0" err="1"/>
            <a:t>HIU.clp</a:t>
          </a:r>
          <a:r>
            <a:rPr lang="en-US" dirty="0"/>
            <a:t>”. </a:t>
          </a:r>
        </a:p>
      </dgm:t>
    </dgm:pt>
    <dgm:pt modelId="{AD3FA098-DD90-B546-A213-72DBC88A10CB}" type="sibTrans" cxnId="{449CC8D0-EE2F-0446-8932-59D10DB2AFBE}">
      <dgm:prSet/>
      <dgm:spPr/>
      <dgm:t>
        <a:bodyPr/>
        <a:lstStyle/>
        <a:p>
          <a:endParaRPr lang="en-US"/>
        </a:p>
      </dgm:t>
    </dgm:pt>
    <dgm:pt modelId="{622CE10C-386B-2A4B-AC30-A8713370357E}" type="parTrans" cxnId="{449CC8D0-EE2F-0446-8932-59D10DB2AFBE}">
      <dgm:prSet/>
      <dgm:spPr/>
      <dgm:t>
        <a:bodyPr/>
        <a:lstStyle/>
        <a:p>
          <a:endParaRPr lang="en-US"/>
        </a:p>
      </dgm:t>
    </dgm:pt>
    <dgm:pt modelId="{91FD5A50-43B5-4F02-A05B-60B3C732286E}">
      <dgm:prSet/>
      <dgm:spPr/>
      <dgm:t>
        <a:bodyPr/>
        <a:lstStyle/>
        <a:p>
          <a:r>
            <a:rPr lang="en-US" dirty="0"/>
            <a:t>(facts)</a:t>
          </a:r>
        </a:p>
      </dgm:t>
    </dgm:pt>
    <dgm:pt modelId="{7B93FCBE-B454-4AB3-A3E6-226887C32724}" type="sibTrans" cxnId="{CAF07C16-ED54-4556-B8B1-3468C51B145C}">
      <dgm:prSet/>
      <dgm:spPr/>
      <dgm:t>
        <a:bodyPr/>
        <a:lstStyle/>
        <a:p>
          <a:endParaRPr lang="en-US"/>
        </a:p>
      </dgm:t>
    </dgm:pt>
    <dgm:pt modelId="{EF896989-A536-42E3-91DF-B76DB77E7D6F}" type="parTrans" cxnId="{CAF07C16-ED54-4556-B8B1-3468C51B145C}">
      <dgm:prSet/>
      <dgm:spPr/>
      <dgm:t>
        <a:bodyPr/>
        <a:lstStyle/>
        <a:p>
          <a:endParaRPr lang="en-US"/>
        </a:p>
      </dgm:t>
    </dgm:pt>
    <dgm:pt modelId="{8827D067-FA0E-E24C-8A9A-6829C17D762D}">
      <dgm:prSet/>
      <dgm:spPr/>
      <dgm:t>
        <a:bodyPr/>
        <a:lstStyle/>
        <a:p>
          <a:r>
            <a:rPr lang="en-US" dirty="0"/>
            <a:t>To display a list of currently active facts in the fact base.</a:t>
          </a:r>
        </a:p>
      </dgm:t>
    </dgm:pt>
    <dgm:pt modelId="{6DF7DDE3-3B57-3045-8D2B-0491BCBE07D4}" type="sibTrans" cxnId="{332968E8-A361-E44C-B62A-200E2A3A2863}">
      <dgm:prSet/>
      <dgm:spPr/>
      <dgm:t>
        <a:bodyPr/>
        <a:lstStyle/>
        <a:p>
          <a:endParaRPr lang="en-US"/>
        </a:p>
      </dgm:t>
    </dgm:pt>
    <dgm:pt modelId="{F728AA60-A417-374A-A828-61B5EEDC9AE1}" type="parTrans" cxnId="{332968E8-A361-E44C-B62A-200E2A3A2863}">
      <dgm:prSet/>
      <dgm:spPr/>
      <dgm:t>
        <a:bodyPr/>
        <a:lstStyle/>
        <a:p>
          <a:endParaRPr lang="en-US"/>
        </a:p>
      </dgm:t>
    </dgm:pt>
    <dgm:pt modelId="{449C02C8-DB03-D447-B69E-48359D4B73BC}">
      <dgm:prSet/>
      <dgm:spPr/>
      <dgm:t>
        <a:bodyPr/>
        <a:lstStyle/>
        <a:p>
          <a:r>
            <a:rPr lang="en-US" dirty="0"/>
            <a:t>(rules)</a:t>
          </a:r>
        </a:p>
      </dgm:t>
    </dgm:pt>
    <dgm:pt modelId="{FEAFACE9-4DF8-8246-843E-AFAB4494ADDE}" type="sibTrans" cxnId="{BA6AF8EF-84B3-F941-9101-338A765737A1}">
      <dgm:prSet/>
      <dgm:spPr/>
      <dgm:t>
        <a:bodyPr/>
        <a:lstStyle/>
        <a:p>
          <a:endParaRPr lang="en-US"/>
        </a:p>
      </dgm:t>
    </dgm:pt>
    <dgm:pt modelId="{26E726FE-C246-D24C-B8D8-79F347E4F91B}" type="parTrans" cxnId="{BA6AF8EF-84B3-F941-9101-338A765737A1}">
      <dgm:prSet/>
      <dgm:spPr/>
      <dgm:t>
        <a:bodyPr/>
        <a:lstStyle/>
        <a:p>
          <a:endParaRPr lang="en-US"/>
        </a:p>
      </dgm:t>
    </dgm:pt>
    <dgm:pt modelId="{1AD73BE3-9F30-2E41-BF2D-0EBF0DF80F96}">
      <dgm:prSet/>
      <dgm:spPr/>
      <dgm:t>
        <a:bodyPr/>
        <a:lstStyle/>
        <a:p>
          <a:r>
            <a:rPr lang="en-US" dirty="0"/>
            <a:t>To display a set of rules currently in the rule base.</a:t>
          </a:r>
        </a:p>
      </dgm:t>
    </dgm:pt>
    <dgm:pt modelId="{04CD6AE4-A8C9-7644-BBEC-D72E5D7CA710}" type="sibTrans" cxnId="{92FE071F-4961-4F4E-8289-8F132083648D}">
      <dgm:prSet/>
      <dgm:spPr/>
      <dgm:t>
        <a:bodyPr/>
        <a:lstStyle/>
        <a:p>
          <a:endParaRPr lang="en-US"/>
        </a:p>
      </dgm:t>
    </dgm:pt>
    <dgm:pt modelId="{59278B56-DB5B-4A42-8EB4-420EFBC4E99C}" type="parTrans" cxnId="{92FE071F-4961-4F4E-8289-8F132083648D}">
      <dgm:prSet/>
      <dgm:spPr/>
      <dgm:t>
        <a:bodyPr/>
        <a:lstStyle/>
        <a:p>
          <a:endParaRPr lang="en-US"/>
        </a:p>
      </dgm:t>
    </dgm:pt>
    <dgm:pt modelId="{09B0384E-CEB7-4A22-BF68-7F38E75E9F4E}">
      <dgm:prSet/>
      <dgm:spPr/>
      <dgm:t>
        <a:bodyPr/>
        <a:lstStyle/>
        <a:p>
          <a:r>
            <a:rPr lang="en-US" dirty="0"/>
            <a:t>(agenda)</a:t>
          </a:r>
        </a:p>
      </dgm:t>
    </dgm:pt>
    <dgm:pt modelId="{6DF7C070-1EDA-4BB3-B07A-9F2691CB37EA}" type="sibTrans" cxnId="{0C902644-D17D-40AD-B3B0-24D66F6C4B9A}">
      <dgm:prSet/>
      <dgm:spPr/>
      <dgm:t>
        <a:bodyPr/>
        <a:lstStyle/>
        <a:p>
          <a:endParaRPr lang="en-US"/>
        </a:p>
      </dgm:t>
    </dgm:pt>
    <dgm:pt modelId="{2A86938A-3546-4527-8D3A-0E59488A5CCE}" type="parTrans" cxnId="{0C902644-D17D-40AD-B3B0-24D66F6C4B9A}">
      <dgm:prSet/>
      <dgm:spPr/>
      <dgm:t>
        <a:bodyPr/>
        <a:lstStyle/>
        <a:p>
          <a:endParaRPr lang="en-US"/>
        </a:p>
      </dgm:t>
    </dgm:pt>
    <dgm:pt modelId="{8EFF3B02-6F86-F449-980E-7CC09A913AF5}">
      <dgm:prSet/>
      <dgm:spPr/>
      <dgm:t>
        <a:bodyPr/>
        <a:lstStyle/>
        <a:p>
          <a:r>
            <a:rPr lang="en-US" dirty="0"/>
            <a:t>To display all potential matches of active facts for all rules.</a:t>
          </a:r>
        </a:p>
      </dgm:t>
    </dgm:pt>
    <dgm:pt modelId="{65EDDA1D-DEC3-FE4A-85ED-D3CA3C6963CF}" type="sibTrans" cxnId="{E83244C6-05DA-C240-867E-6FBE3E0DA6F0}">
      <dgm:prSet/>
      <dgm:spPr/>
      <dgm:t>
        <a:bodyPr/>
        <a:lstStyle/>
        <a:p>
          <a:endParaRPr lang="en-US"/>
        </a:p>
      </dgm:t>
    </dgm:pt>
    <dgm:pt modelId="{B34CB172-3A35-B747-84AD-F0396BFEB7ED}" type="parTrans" cxnId="{E83244C6-05DA-C240-867E-6FBE3E0DA6F0}">
      <dgm:prSet/>
      <dgm:spPr/>
      <dgm:t>
        <a:bodyPr/>
        <a:lstStyle/>
        <a:p>
          <a:endParaRPr lang="en-US"/>
        </a:p>
      </dgm:t>
    </dgm:pt>
    <dgm:pt modelId="{548749B1-CCF0-2F46-8368-14510222278A}" type="pres">
      <dgm:prSet presAssocID="{FC41FC18-197A-4EF8-8D60-EC5552DD8531}" presName="Name0" presStyleCnt="0">
        <dgm:presLayoutVars>
          <dgm:dir/>
          <dgm:animLvl val="lvl"/>
          <dgm:resizeHandles val="exact"/>
        </dgm:presLayoutVars>
      </dgm:prSet>
      <dgm:spPr/>
    </dgm:pt>
    <dgm:pt modelId="{90F0FBA3-2ADE-7542-B4F7-5FA843E681A8}" type="pres">
      <dgm:prSet presAssocID="{F2264987-07BB-4EE8-A972-B0EF5C188142}" presName="linNode" presStyleCnt="0"/>
      <dgm:spPr/>
    </dgm:pt>
    <dgm:pt modelId="{81CFCDC6-929E-DA42-B9FF-2AA3F7BA18EA}" type="pres">
      <dgm:prSet presAssocID="{F2264987-07BB-4EE8-A972-B0EF5C188142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4E29F66F-EB8A-D44A-9758-89437200C66A}" type="pres">
      <dgm:prSet presAssocID="{F2264987-07BB-4EE8-A972-B0EF5C188142}" presName="descendantText" presStyleLbl="alignNode1" presStyleIdx="0" presStyleCnt="4">
        <dgm:presLayoutVars>
          <dgm:bulletEnabled/>
        </dgm:presLayoutVars>
      </dgm:prSet>
      <dgm:spPr/>
    </dgm:pt>
    <dgm:pt modelId="{A082C629-77EC-F043-BEBC-72B3CC2220D7}" type="pres">
      <dgm:prSet presAssocID="{5F2544F5-FBC8-4A82-9495-C0D134647CB4}" presName="sp" presStyleCnt="0"/>
      <dgm:spPr/>
    </dgm:pt>
    <dgm:pt modelId="{C5AFCD39-96B5-E04D-B408-356718BC661F}" type="pres">
      <dgm:prSet presAssocID="{91FD5A50-43B5-4F02-A05B-60B3C732286E}" presName="linNode" presStyleCnt="0"/>
      <dgm:spPr/>
    </dgm:pt>
    <dgm:pt modelId="{591C66BE-7C1D-B245-8FF7-D3AA739B86BF}" type="pres">
      <dgm:prSet presAssocID="{91FD5A50-43B5-4F02-A05B-60B3C732286E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114F1165-9B60-5248-BCC3-0CBE564DE6E8}" type="pres">
      <dgm:prSet presAssocID="{91FD5A50-43B5-4F02-A05B-60B3C732286E}" presName="descendantText" presStyleLbl="alignNode1" presStyleIdx="1" presStyleCnt="4" custLinFactNeighborX="0" custLinFactNeighborY="4726">
        <dgm:presLayoutVars>
          <dgm:bulletEnabled/>
        </dgm:presLayoutVars>
      </dgm:prSet>
      <dgm:spPr/>
    </dgm:pt>
    <dgm:pt modelId="{2BAE78EE-092E-9041-8D0D-28FA9D8A9CCF}" type="pres">
      <dgm:prSet presAssocID="{7B93FCBE-B454-4AB3-A3E6-226887C32724}" presName="sp" presStyleCnt="0"/>
      <dgm:spPr/>
    </dgm:pt>
    <dgm:pt modelId="{0DDBCE25-FE37-7048-9C22-A52C60541010}" type="pres">
      <dgm:prSet presAssocID="{449C02C8-DB03-D447-B69E-48359D4B73BC}" presName="linNode" presStyleCnt="0"/>
      <dgm:spPr/>
    </dgm:pt>
    <dgm:pt modelId="{CCA854ED-3132-3D4B-8B7E-4E0859E785DB}" type="pres">
      <dgm:prSet presAssocID="{449C02C8-DB03-D447-B69E-48359D4B73BC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2BEF690E-E02F-A541-BEAB-6EC36C9314FA}" type="pres">
      <dgm:prSet presAssocID="{449C02C8-DB03-D447-B69E-48359D4B73BC}" presName="descendantText" presStyleLbl="alignNode1" presStyleIdx="2" presStyleCnt="4">
        <dgm:presLayoutVars>
          <dgm:bulletEnabled/>
        </dgm:presLayoutVars>
      </dgm:prSet>
      <dgm:spPr/>
    </dgm:pt>
    <dgm:pt modelId="{D201796D-A36B-894D-BA1A-CAC023B16686}" type="pres">
      <dgm:prSet presAssocID="{FEAFACE9-4DF8-8246-843E-AFAB4494ADDE}" presName="sp" presStyleCnt="0"/>
      <dgm:spPr/>
    </dgm:pt>
    <dgm:pt modelId="{CDB6FAB3-07D1-8E43-B136-FE89439B5E01}" type="pres">
      <dgm:prSet presAssocID="{09B0384E-CEB7-4A22-BF68-7F38E75E9F4E}" presName="linNode" presStyleCnt="0"/>
      <dgm:spPr/>
    </dgm:pt>
    <dgm:pt modelId="{B7410883-9BC0-EE45-9618-63ABC5203700}" type="pres">
      <dgm:prSet presAssocID="{09B0384E-CEB7-4A22-BF68-7F38E75E9F4E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DEED95D3-0A1D-254F-81B9-AE18ECD4447C}" type="pres">
      <dgm:prSet presAssocID="{09B0384E-CEB7-4A22-BF68-7F38E75E9F4E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CAF07C16-ED54-4556-B8B1-3468C51B145C}" srcId="{FC41FC18-197A-4EF8-8D60-EC5552DD8531}" destId="{91FD5A50-43B5-4F02-A05B-60B3C732286E}" srcOrd="1" destOrd="0" parTransId="{EF896989-A536-42E3-91DF-B76DB77E7D6F}" sibTransId="{7B93FCBE-B454-4AB3-A3E6-226887C32724}"/>
    <dgm:cxn modelId="{92FE071F-4961-4F4E-8289-8F132083648D}" srcId="{449C02C8-DB03-D447-B69E-48359D4B73BC}" destId="{1AD73BE3-9F30-2E41-BF2D-0EBF0DF80F96}" srcOrd="0" destOrd="0" parTransId="{59278B56-DB5B-4A42-8EB4-420EFBC4E99C}" sibTransId="{04CD6AE4-A8C9-7644-BBEC-D72E5D7CA710}"/>
    <dgm:cxn modelId="{813F2120-F9CB-B240-A716-5C7354E78061}" type="presOf" srcId="{8EFF3B02-6F86-F449-980E-7CC09A913AF5}" destId="{DEED95D3-0A1D-254F-81B9-AE18ECD4447C}" srcOrd="0" destOrd="0" presId="urn:microsoft.com/office/officeart/2016/7/layout/VerticalHollowActionList"/>
    <dgm:cxn modelId="{D870E026-78A1-6D41-BFEC-225C0C875858}" type="presOf" srcId="{1AD73BE3-9F30-2E41-BF2D-0EBF0DF80F96}" destId="{2BEF690E-E02F-A541-BEAB-6EC36C9314FA}" srcOrd="0" destOrd="0" presId="urn:microsoft.com/office/officeart/2016/7/layout/VerticalHollowActionList"/>
    <dgm:cxn modelId="{CF03A82D-7C18-2B42-9BD8-5461B114DF21}" type="presOf" srcId="{CE887472-A4B7-6F4A-AE56-13115168974F}" destId="{4E29F66F-EB8A-D44A-9758-89437200C66A}" srcOrd="0" destOrd="0" presId="urn:microsoft.com/office/officeart/2016/7/layout/VerticalHollowActionList"/>
    <dgm:cxn modelId="{0C902644-D17D-40AD-B3B0-24D66F6C4B9A}" srcId="{FC41FC18-197A-4EF8-8D60-EC5552DD8531}" destId="{09B0384E-CEB7-4A22-BF68-7F38E75E9F4E}" srcOrd="3" destOrd="0" parTransId="{2A86938A-3546-4527-8D3A-0E59488A5CCE}" sibTransId="{6DF7C070-1EDA-4BB3-B07A-9F2691CB37EA}"/>
    <dgm:cxn modelId="{9DB55459-A4F7-6244-88EC-99EF5BDA4305}" type="presOf" srcId="{09B0384E-CEB7-4A22-BF68-7F38E75E9F4E}" destId="{B7410883-9BC0-EE45-9618-63ABC5203700}" srcOrd="0" destOrd="0" presId="urn:microsoft.com/office/officeart/2016/7/layout/VerticalHollowActionList"/>
    <dgm:cxn modelId="{D7EB465B-0D75-4E83-9219-5A1FD359E534}" srcId="{FC41FC18-197A-4EF8-8D60-EC5552DD8531}" destId="{F2264987-07BB-4EE8-A972-B0EF5C188142}" srcOrd="0" destOrd="0" parTransId="{F4FD7643-5542-488A-ADB4-2BE4FBED76F3}" sibTransId="{5F2544F5-FBC8-4A82-9495-C0D134647CB4}"/>
    <dgm:cxn modelId="{B4AD4279-986F-E943-A572-24B33C641CC6}" type="presOf" srcId="{8827D067-FA0E-E24C-8A9A-6829C17D762D}" destId="{114F1165-9B60-5248-BCC3-0CBE564DE6E8}" srcOrd="0" destOrd="0" presId="urn:microsoft.com/office/officeart/2016/7/layout/VerticalHollowActionList"/>
    <dgm:cxn modelId="{AFFC618D-D8EA-4E42-9CED-1327119AE741}" type="presOf" srcId="{FC41FC18-197A-4EF8-8D60-EC5552DD8531}" destId="{548749B1-CCF0-2F46-8368-14510222278A}" srcOrd="0" destOrd="0" presId="urn:microsoft.com/office/officeart/2016/7/layout/VerticalHollowActionList"/>
    <dgm:cxn modelId="{E83244C6-05DA-C240-867E-6FBE3E0DA6F0}" srcId="{09B0384E-CEB7-4A22-BF68-7F38E75E9F4E}" destId="{8EFF3B02-6F86-F449-980E-7CC09A913AF5}" srcOrd="0" destOrd="0" parTransId="{B34CB172-3A35-B747-84AD-F0396BFEB7ED}" sibTransId="{65EDDA1D-DEC3-FE4A-85ED-D3CA3C6963CF}"/>
    <dgm:cxn modelId="{20769FCC-BAD5-6646-8D90-04F0C0E9824E}" type="presOf" srcId="{91FD5A50-43B5-4F02-A05B-60B3C732286E}" destId="{591C66BE-7C1D-B245-8FF7-D3AA739B86BF}" srcOrd="0" destOrd="0" presId="urn:microsoft.com/office/officeart/2016/7/layout/VerticalHollowActionList"/>
    <dgm:cxn modelId="{449CC8D0-EE2F-0446-8932-59D10DB2AFBE}" srcId="{F2264987-07BB-4EE8-A972-B0EF5C188142}" destId="{CE887472-A4B7-6F4A-AE56-13115168974F}" srcOrd="0" destOrd="0" parTransId="{622CE10C-386B-2A4B-AC30-A8713370357E}" sibTransId="{AD3FA098-DD90-B546-A213-72DBC88A10CB}"/>
    <dgm:cxn modelId="{7063DDD1-19E1-0B47-9624-C26303C5B611}" type="presOf" srcId="{F2264987-07BB-4EE8-A972-B0EF5C188142}" destId="{81CFCDC6-929E-DA42-B9FF-2AA3F7BA18EA}" srcOrd="0" destOrd="0" presId="urn:microsoft.com/office/officeart/2016/7/layout/VerticalHollowActionList"/>
    <dgm:cxn modelId="{E34570DA-6634-B144-B644-0C059FC4A89E}" type="presOf" srcId="{449C02C8-DB03-D447-B69E-48359D4B73BC}" destId="{CCA854ED-3132-3D4B-8B7E-4E0859E785DB}" srcOrd="0" destOrd="0" presId="urn:microsoft.com/office/officeart/2016/7/layout/VerticalHollowActionList"/>
    <dgm:cxn modelId="{332968E8-A361-E44C-B62A-200E2A3A2863}" srcId="{91FD5A50-43B5-4F02-A05B-60B3C732286E}" destId="{8827D067-FA0E-E24C-8A9A-6829C17D762D}" srcOrd="0" destOrd="0" parTransId="{F728AA60-A417-374A-A828-61B5EEDC9AE1}" sibTransId="{6DF7DDE3-3B57-3045-8D2B-0491BCBE07D4}"/>
    <dgm:cxn modelId="{BA6AF8EF-84B3-F941-9101-338A765737A1}" srcId="{FC41FC18-197A-4EF8-8D60-EC5552DD8531}" destId="{449C02C8-DB03-D447-B69E-48359D4B73BC}" srcOrd="2" destOrd="0" parTransId="{26E726FE-C246-D24C-B8D8-79F347E4F91B}" sibTransId="{FEAFACE9-4DF8-8246-843E-AFAB4494ADDE}"/>
    <dgm:cxn modelId="{3BD9E59F-051A-4548-AB21-A6CC5B5B1DB1}" type="presParOf" srcId="{548749B1-CCF0-2F46-8368-14510222278A}" destId="{90F0FBA3-2ADE-7542-B4F7-5FA843E681A8}" srcOrd="0" destOrd="0" presId="urn:microsoft.com/office/officeart/2016/7/layout/VerticalHollowActionList"/>
    <dgm:cxn modelId="{C5A0493A-CBEF-474E-A4FA-2B8610B9BF1E}" type="presParOf" srcId="{90F0FBA3-2ADE-7542-B4F7-5FA843E681A8}" destId="{81CFCDC6-929E-DA42-B9FF-2AA3F7BA18EA}" srcOrd="0" destOrd="0" presId="urn:microsoft.com/office/officeart/2016/7/layout/VerticalHollowActionList"/>
    <dgm:cxn modelId="{E72810B6-A2A0-4C4F-A5AE-09B3F4992262}" type="presParOf" srcId="{90F0FBA3-2ADE-7542-B4F7-5FA843E681A8}" destId="{4E29F66F-EB8A-D44A-9758-89437200C66A}" srcOrd="1" destOrd="0" presId="urn:microsoft.com/office/officeart/2016/7/layout/VerticalHollowActionList"/>
    <dgm:cxn modelId="{C7E30DC9-9872-054D-AFC7-6AA9CA1F525F}" type="presParOf" srcId="{548749B1-CCF0-2F46-8368-14510222278A}" destId="{A082C629-77EC-F043-BEBC-72B3CC2220D7}" srcOrd="1" destOrd="0" presId="urn:microsoft.com/office/officeart/2016/7/layout/VerticalHollowActionList"/>
    <dgm:cxn modelId="{0D605182-C1B3-804B-9F23-7BB015E5C0DD}" type="presParOf" srcId="{548749B1-CCF0-2F46-8368-14510222278A}" destId="{C5AFCD39-96B5-E04D-B408-356718BC661F}" srcOrd="2" destOrd="0" presId="urn:microsoft.com/office/officeart/2016/7/layout/VerticalHollowActionList"/>
    <dgm:cxn modelId="{E974F7B2-1887-A94D-B702-DC3C3B354360}" type="presParOf" srcId="{C5AFCD39-96B5-E04D-B408-356718BC661F}" destId="{591C66BE-7C1D-B245-8FF7-D3AA739B86BF}" srcOrd="0" destOrd="0" presId="urn:microsoft.com/office/officeart/2016/7/layout/VerticalHollowActionList"/>
    <dgm:cxn modelId="{4916E0DC-14DA-AF43-BC3B-D0C31C406305}" type="presParOf" srcId="{C5AFCD39-96B5-E04D-B408-356718BC661F}" destId="{114F1165-9B60-5248-BCC3-0CBE564DE6E8}" srcOrd="1" destOrd="0" presId="urn:microsoft.com/office/officeart/2016/7/layout/VerticalHollowActionList"/>
    <dgm:cxn modelId="{CD941478-D625-0C45-B87C-E34F895FEBEA}" type="presParOf" srcId="{548749B1-CCF0-2F46-8368-14510222278A}" destId="{2BAE78EE-092E-9041-8D0D-28FA9D8A9CCF}" srcOrd="3" destOrd="0" presId="urn:microsoft.com/office/officeart/2016/7/layout/VerticalHollowActionList"/>
    <dgm:cxn modelId="{31EC2B0D-E329-6542-8657-DB0076312906}" type="presParOf" srcId="{548749B1-CCF0-2F46-8368-14510222278A}" destId="{0DDBCE25-FE37-7048-9C22-A52C60541010}" srcOrd="4" destOrd="0" presId="urn:microsoft.com/office/officeart/2016/7/layout/VerticalHollowActionList"/>
    <dgm:cxn modelId="{1973F314-B976-B549-8D63-419204FA5231}" type="presParOf" srcId="{0DDBCE25-FE37-7048-9C22-A52C60541010}" destId="{CCA854ED-3132-3D4B-8B7E-4E0859E785DB}" srcOrd="0" destOrd="0" presId="urn:microsoft.com/office/officeart/2016/7/layout/VerticalHollowActionList"/>
    <dgm:cxn modelId="{86F36748-9CC3-414D-9D7F-07CCBB0ED2CD}" type="presParOf" srcId="{0DDBCE25-FE37-7048-9C22-A52C60541010}" destId="{2BEF690E-E02F-A541-BEAB-6EC36C9314FA}" srcOrd="1" destOrd="0" presId="urn:microsoft.com/office/officeart/2016/7/layout/VerticalHollowActionList"/>
    <dgm:cxn modelId="{C83E831C-6633-B944-B6AA-F7A8EB3A4D26}" type="presParOf" srcId="{548749B1-CCF0-2F46-8368-14510222278A}" destId="{D201796D-A36B-894D-BA1A-CAC023B16686}" srcOrd="5" destOrd="0" presId="urn:microsoft.com/office/officeart/2016/7/layout/VerticalHollowActionList"/>
    <dgm:cxn modelId="{43B49CEC-AB4A-894D-AD4D-4A19C51FFC52}" type="presParOf" srcId="{548749B1-CCF0-2F46-8368-14510222278A}" destId="{CDB6FAB3-07D1-8E43-B136-FE89439B5E01}" srcOrd="6" destOrd="0" presId="urn:microsoft.com/office/officeart/2016/7/layout/VerticalHollowActionList"/>
    <dgm:cxn modelId="{4935E477-606B-9C45-8433-E7C4EB7E929F}" type="presParOf" srcId="{CDB6FAB3-07D1-8E43-B136-FE89439B5E01}" destId="{B7410883-9BC0-EE45-9618-63ABC5203700}" srcOrd="0" destOrd="0" presId="urn:microsoft.com/office/officeart/2016/7/layout/VerticalHollowActionList"/>
    <dgm:cxn modelId="{11124CA9-F064-1743-918D-CD229E32BD3E}" type="presParOf" srcId="{CDB6FAB3-07D1-8E43-B136-FE89439B5E01}" destId="{DEED95D3-0A1D-254F-81B9-AE18ECD4447C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29F66F-EB8A-D44A-9758-89437200C66A}">
      <dsp:nvSpPr>
        <dsp:cNvPr id="0" name=""/>
        <dsp:cNvSpPr/>
      </dsp:nvSpPr>
      <dsp:spPr>
        <a:xfrm>
          <a:off x="1719333" y="1790"/>
          <a:ext cx="6877334" cy="9275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439" tIns="235600" rIns="133439" bIns="2356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exit from CLIPS</a:t>
          </a:r>
        </a:p>
      </dsp:txBody>
      <dsp:txXfrm>
        <a:off x="1719333" y="1790"/>
        <a:ext cx="6877334" cy="927557"/>
      </dsp:txXfrm>
    </dsp:sp>
    <dsp:sp modelId="{81CFCDC6-929E-DA42-B9FF-2AA3F7BA18EA}">
      <dsp:nvSpPr>
        <dsp:cNvPr id="0" name=""/>
        <dsp:cNvSpPr/>
      </dsp:nvSpPr>
      <dsp:spPr>
        <a:xfrm>
          <a:off x="0" y="1790"/>
          <a:ext cx="1719333" cy="9275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81" tIns="91622" rIns="90981" bIns="9162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(exit)</a:t>
          </a:r>
        </a:p>
      </dsp:txBody>
      <dsp:txXfrm>
        <a:off x="0" y="1790"/>
        <a:ext cx="1719333" cy="927557"/>
      </dsp:txXfrm>
    </dsp:sp>
    <dsp:sp modelId="{114F1165-9B60-5248-BCC3-0CBE564DE6E8}">
      <dsp:nvSpPr>
        <dsp:cNvPr id="0" name=""/>
        <dsp:cNvSpPr/>
      </dsp:nvSpPr>
      <dsp:spPr>
        <a:xfrm>
          <a:off x="1719333" y="985001"/>
          <a:ext cx="6877334" cy="9275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439" tIns="235600" rIns="133439" bIns="2356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clear the environment from facts, rules, and other active definitions</a:t>
          </a:r>
        </a:p>
      </dsp:txBody>
      <dsp:txXfrm>
        <a:off x="1719333" y="985001"/>
        <a:ext cx="6877334" cy="927557"/>
      </dsp:txXfrm>
    </dsp:sp>
    <dsp:sp modelId="{591C66BE-7C1D-B245-8FF7-D3AA739B86BF}">
      <dsp:nvSpPr>
        <dsp:cNvPr id="0" name=""/>
        <dsp:cNvSpPr/>
      </dsp:nvSpPr>
      <dsp:spPr>
        <a:xfrm>
          <a:off x="0" y="985001"/>
          <a:ext cx="1719333" cy="9275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81" tIns="91622" rIns="90981" bIns="9162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(clear)</a:t>
          </a:r>
        </a:p>
      </dsp:txBody>
      <dsp:txXfrm>
        <a:off x="0" y="985001"/>
        <a:ext cx="1719333" cy="927557"/>
      </dsp:txXfrm>
    </dsp:sp>
    <dsp:sp modelId="{2BEF690E-E02F-A541-BEAB-6EC36C9314FA}">
      <dsp:nvSpPr>
        <dsp:cNvPr id="0" name=""/>
        <dsp:cNvSpPr/>
      </dsp:nvSpPr>
      <dsp:spPr>
        <a:xfrm>
          <a:off x="1719333" y="1968213"/>
          <a:ext cx="6877334" cy="9275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439" tIns="235600" rIns="133439" bIns="2356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set the fact base to its initial state (clears existing facts; sets (initial-fact), and all (</a:t>
          </a:r>
          <a:r>
            <a:rPr lang="en-US" sz="1700" kern="1200" dirty="0" err="1"/>
            <a:t>deffacts</a:t>
          </a:r>
          <a:r>
            <a:rPr lang="en-US" sz="1700" kern="1200" dirty="0"/>
            <a:t>) constructs in the program</a:t>
          </a:r>
        </a:p>
      </dsp:txBody>
      <dsp:txXfrm>
        <a:off x="1719333" y="1968213"/>
        <a:ext cx="6877334" cy="927557"/>
      </dsp:txXfrm>
    </dsp:sp>
    <dsp:sp modelId="{CCA854ED-3132-3D4B-8B7E-4E0859E785DB}">
      <dsp:nvSpPr>
        <dsp:cNvPr id="0" name=""/>
        <dsp:cNvSpPr/>
      </dsp:nvSpPr>
      <dsp:spPr>
        <a:xfrm>
          <a:off x="0" y="1968213"/>
          <a:ext cx="1719333" cy="9275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81" tIns="91622" rIns="90981" bIns="9162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(reset)</a:t>
          </a:r>
        </a:p>
      </dsp:txBody>
      <dsp:txXfrm>
        <a:off x="0" y="1968213"/>
        <a:ext cx="1719333" cy="927557"/>
      </dsp:txXfrm>
    </dsp:sp>
    <dsp:sp modelId="{DEED95D3-0A1D-254F-81B9-AE18ECD4447C}">
      <dsp:nvSpPr>
        <dsp:cNvPr id="0" name=""/>
        <dsp:cNvSpPr/>
      </dsp:nvSpPr>
      <dsp:spPr>
        <a:xfrm>
          <a:off x="1719333" y="2951424"/>
          <a:ext cx="6877334" cy="9275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439" tIns="235600" rIns="133439" bIns="2356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Executes a program currently loaded into the CLIPS interpreter against currently defined rule-bases and fact bases</a:t>
          </a:r>
        </a:p>
      </dsp:txBody>
      <dsp:txXfrm>
        <a:off x="1719333" y="2951424"/>
        <a:ext cx="6877334" cy="927557"/>
      </dsp:txXfrm>
    </dsp:sp>
    <dsp:sp modelId="{B7410883-9BC0-EE45-9618-63ABC5203700}">
      <dsp:nvSpPr>
        <dsp:cNvPr id="0" name=""/>
        <dsp:cNvSpPr/>
      </dsp:nvSpPr>
      <dsp:spPr>
        <a:xfrm>
          <a:off x="0" y="2951424"/>
          <a:ext cx="1719333" cy="9275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81" tIns="91622" rIns="90981" bIns="9162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(run)</a:t>
          </a:r>
        </a:p>
      </dsp:txBody>
      <dsp:txXfrm>
        <a:off x="0" y="2951424"/>
        <a:ext cx="1719333" cy="9275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29F66F-EB8A-D44A-9758-89437200C66A}">
      <dsp:nvSpPr>
        <dsp:cNvPr id="0" name=""/>
        <dsp:cNvSpPr/>
      </dsp:nvSpPr>
      <dsp:spPr>
        <a:xfrm>
          <a:off x="1719333" y="1790"/>
          <a:ext cx="6877334" cy="9275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439" tIns="235600" rIns="133439" bIns="2356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load a CLIPS program into the interpreter from the file named “</a:t>
          </a:r>
          <a:r>
            <a:rPr lang="en-US" sz="1700" kern="1200" dirty="0" err="1"/>
            <a:t>HIU.clp</a:t>
          </a:r>
          <a:r>
            <a:rPr lang="en-US" sz="1700" kern="1200" dirty="0"/>
            <a:t>”. </a:t>
          </a:r>
        </a:p>
      </dsp:txBody>
      <dsp:txXfrm>
        <a:off x="1719333" y="1790"/>
        <a:ext cx="6877334" cy="927557"/>
      </dsp:txXfrm>
    </dsp:sp>
    <dsp:sp modelId="{81CFCDC6-929E-DA42-B9FF-2AA3F7BA18EA}">
      <dsp:nvSpPr>
        <dsp:cNvPr id="0" name=""/>
        <dsp:cNvSpPr/>
      </dsp:nvSpPr>
      <dsp:spPr>
        <a:xfrm>
          <a:off x="0" y="1790"/>
          <a:ext cx="1719333" cy="9275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81" tIns="91622" rIns="90981" bIns="9162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(load "</a:t>
          </a:r>
          <a:r>
            <a:rPr lang="en-US" sz="1600" kern="1200" dirty="0" err="1"/>
            <a:t>HIU.clp</a:t>
          </a:r>
          <a:r>
            <a:rPr lang="en-US" sz="1600" kern="1200" dirty="0"/>
            <a:t>")</a:t>
          </a:r>
        </a:p>
      </dsp:txBody>
      <dsp:txXfrm>
        <a:off x="0" y="1790"/>
        <a:ext cx="1719333" cy="927557"/>
      </dsp:txXfrm>
    </dsp:sp>
    <dsp:sp modelId="{114F1165-9B60-5248-BCC3-0CBE564DE6E8}">
      <dsp:nvSpPr>
        <dsp:cNvPr id="0" name=""/>
        <dsp:cNvSpPr/>
      </dsp:nvSpPr>
      <dsp:spPr>
        <a:xfrm>
          <a:off x="1719333" y="1028838"/>
          <a:ext cx="6877334" cy="9275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439" tIns="235600" rIns="133439" bIns="2356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display a list of currently active facts in the fact base.</a:t>
          </a:r>
        </a:p>
      </dsp:txBody>
      <dsp:txXfrm>
        <a:off x="1719333" y="1028838"/>
        <a:ext cx="6877334" cy="927557"/>
      </dsp:txXfrm>
    </dsp:sp>
    <dsp:sp modelId="{591C66BE-7C1D-B245-8FF7-D3AA739B86BF}">
      <dsp:nvSpPr>
        <dsp:cNvPr id="0" name=""/>
        <dsp:cNvSpPr/>
      </dsp:nvSpPr>
      <dsp:spPr>
        <a:xfrm>
          <a:off x="0" y="985001"/>
          <a:ext cx="1719333" cy="9275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81" tIns="91622" rIns="90981" bIns="9162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(facts)</a:t>
          </a:r>
        </a:p>
      </dsp:txBody>
      <dsp:txXfrm>
        <a:off x="0" y="985001"/>
        <a:ext cx="1719333" cy="927557"/>
      </dsp:txXfrm>
    </dsp:sp>
    <dsp:sp modelId="{2BEF690E-E02F-A541-BEAB-6EC36C9314FA}">
      <dsp:nvSpPr>
        <dsp:cNvPr id="0" name=""/>
        <dsp:cNvSpPr/>
      </dsp:nvSpPr>
      <dsp:spPr>
        <a:xfrm>
          <a:off x="1719333" y="1968213"/>
          <a:ext cx="6877334" cy="9275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439" tIns="235600" rIns="133439" bIns="2356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display a set of rules currently in the rule base.</a:t>
          </a:r>
        </a:p>
      </dsp:txBody>
      <dsp:txXfrm>
        <a:off x="1719333" y="1968213"/>
        <a:ext cx="6877334" cy="927557"/>
      </dsp:txXfrm>
    </dsp:sp>
    <dsp:sp modelId="{CCA854ED-3132-3D4B-8B7E-4E0859E785DB}">
      <dsp:nvSpPr>
        <dsp:cNvPr id="0" name=""/>
        <dsp:cNvSpPr/>
      </dsp:nvSpPr>
      <dsp:spPr>
        <a:xfrm>
          <a:off x="0" y="1968213"/>
          <a:ext cx="1719333" cy="9275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81" tIns="91622" rIns="90981" bIns="9162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(rules)</a:t>
          </a:r>
        </a:p>
      </dsp:txBody>
      <dsp:txXfrm>
        <a:off x="0" y="1968213"/>
        <a:ext cx="1719333" cy="927557"/>
      </dsp:txXfrm>
    </dsp:sp>
    <dsp:sp modelId="{DEED95D3-0A1D-254F-81B9-AE18ECD4447C}">
      <dsp:nvSpPr>
        <dsp:cNvPr id="0" name=""/>
        <dsp:cNvSpPr/>
      </dsp:nvSpPr>
      <dsp:spPr>
        <a:xfrm>
          <a:off x="1719333" y="2951424"/>
          <a:ext cx="6877334" cy="9275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439" tIns="235600" rIns="133439" bIns="2356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display all potential matches of active facts for all rules.</a:t>
          </a:r>
        </a:p>
      </dsp:txBody>
      <dsp:txXfrm>
        <a:off x="1719333" y="2951424"/>
        <a:ext cx="6877334" cy="927557"/>
      </dsp:txXfrm>
    </dsp:sp>
    <dsp:sp modelId="{B7410883-9BC0-EE45-9618-63ABC5203700}">
      <dsp:nvSpPr>
        <dsp:cNvPr id="0" name=""/>
        <dsp:cNvSpPr/>
      </dsp:nvSpPr>
      <dsp:spPr>
        <a:xfrm>
          <a:off x="0" y="2951424"/>
          <a:ext cx="1719333" cy="9275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981" tIns="91622" rIns="90981" bIns="9162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(agenda)</a:t>
          </a:r>
        </a:p>
      </dsp:txBody>
      <dsp:txXfrm>
        <a:off x="0" y="2951424"/>
        <a:ext cx="1719333" cy="9275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CA49C-F465-3E43-A1EF-CF4DE875807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57A55F-0B66-9444-A6B6-BC8812D35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92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(load "</a:t>
            </a:r>
            <a:r>
              <a:rPr lang="en-US" sz="1200" dirty="0" err="1"/>
              <a:t>HIU.clp</a:t>
            </a:r>
            <a:r>
              <a:rPr lang="en-US" sz="1200" dirty="0"/>
              <a:t>") – This also does </a:t>
            </a:r>
            <a:r>
              <a:rPr lang="en-US" sz="1200" dirty="0" err="1"/>
              <a:t>syntac</a:t>
            </a:r>
            <a:r>
              <a:rPr lang="en-US" sz="1200" dirty="0"/>
              <a:t> check and makes constructs in the file 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7A55F-0B66-9444-A6B6-BC8812D356F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17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lipsrules.net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slideshow/introduction-to-clips-expert-system-presentation/578788" TargetMode="External"/><Relationship Id="rId2" Type="http://schemas.openxmlformats.org/officeDocument/2006/relationships/hyperlink" Target="https://www1.se.cuhk.edu.hk/~seem5750/CLIPS%201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ldtalentwork.com/2020/04/26/how-to-build-an-expert-system-with-clip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AB145-EACA-C0D4-591D-BF84A25E12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CLIPS – Programming Language</a:t>
            </a:r>
            <a:br>
              <a:rPr lang="en-US" sz="4000" dirty="0"/>
            </a:br>
            <a:r>
              <a:rPr lang="en-US" sz="2400" dirty="0"/>
              <a:t>(</a:t>
            </a:r>
            <a:r>
              <a:rPr lang="en-CA" sz="2400" dirty="0"/>
              <a:t>C Language Integrated Production System)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133D32-5E3C-C05C-40AE-088EC77294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Kevin Chan</a:t>
            </a:r>
          </a:p>
          <a:p>
            <a:r>
              <a:rPr lang="en-US" dirty="0"/>
              <a:t>Haiqi Hao</a:t>
            </a:r>
          </a:p>
        </p:txBody>
      </p:sp>
    </p:spTree>
    <p:extLst>
      <p:ext uri="{BB962C8B-B14F-4D97-AF65-F5344CB8AC3E}">
        <p14:creationId xmlns:p14="http://schemas.microsoft.com/office/powerpoint/2010/main" val="77140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AA37C-40F0-F423-0289-7BB16FB15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of CLIPS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45793-A6EA-83CC-4570-81122AEB9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CLIPS (C Language Integrated Production System) is a tool to build expert system,  it is also a multiparadigm programming language that provides support for rule-based, object-oriented, and procedural programming. It was developed by NASA in the 1980s to model human knowledge and automate reasoning.</a:t>
            </a:r>
          </a:p>
        </p:txBody>
      </p:sp>
    </p:spTree>
    <p:extLst>
      <p:ext uri="{BB962C8B-B14F-4D97-AF65-F5344CB8AC3E}">
        <p14:creationId xmlns:p14="http://schemas.microsoft.com/office/powerpoint/2010/main" val="977039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10BF-4C94-BFA6-3CF4-9892E2437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CLIPS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5A096-DB1C-8355-14C5-C9E19238E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Influenced by OPS5 and ART</a:t>
            </a:r>
          </a:p>
          <a:p>
            <a:r>
              <a:rPr lang="en-US" dirty="0"/>
              <a:t>Implemented in C for efficiency and </a:t>
            </a:r>
            <a:r>
              <a:rPr lang="en-US" dirty="0" err="1"/>
              <a:t>portabiliy</a:t>
            </a:r>
            <a:endParaRPr lang="en-US" dirty="0"/>
          </a:p>
          <a:p>
            <a:r>
              <a:rPr lang="en-US" dirty="0"/>
              <a:t>Developed by NASA, distributed and supported by COSMIC</a:t>
            </a:r>
          </a:p>
          <a:p>
            <a:r>
              <a:rPr lang="en-US" dirty="0"/>
              <a:t>Runs on PC, </a:t>
            </a:r>
            <a:r>
              <a:rPr lang="en-US" dirty="0" err="1"/>
              <a:t>Mac,UNIX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59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B0C3-0A27-0FA2-1A2F-7FF28A9EB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CLIPS in Expert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A80B5-8316-9E02-692B-1CBED54A3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One of the most popular tools for implementing an expert system is CLIPS. It provides a complete environment for the construction of rule and/or object based expert systems. Its inference engine internally uses the Rete Algorithm for pattern-matching : Find fitting rules and facts.</a:t>
            </a:r>
          </a:p>
        </p:txBody>
      </p:sp>
    </p:spTree>
    <p:extLst>
      <p:ext uri="{BB962C8B-B14F-4D97-AF65-F5344CB8AC3E}">
        <p14:creationId xmlns:p14="http://schemas.microsoft.com/office/powerpoint/2010/main" val="2421006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C627A-E7EA-F270-DB6F-5833A7C8B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Installation of CLIPS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A5027-F905-C87D-F1F2-B356094FD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6" y="2160589"/>
            <a:ext cx="8277207" cy="445315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You can download it from the official website:</a:t>
            </a:r>
            <a:br>
              <a:rPr lang="en-US" sz="1400" dirty="0"/>
            </a:br>
            <a:r>
              <a:rPr lang="en-US" sz="1400" dirty="0">
                <a:hlinkClick r:id="rId2"/>
              </a:rPr>
              <a:t>https://www.clipsrules.net/</a:t>
            </a:r>
            <a:endParaRPr lang="en-US" sz="1400" dirty="0"/>
          </a:p>
          <a:p>
            <a:pPr lvl="1">
              <a:lnSpc>
                <a:spcPct val="90000"/>
              </a:lnSpc>
            </a:pPr>
            <a:r>
              <a:rPr lang="en-US" sz="1400" dirty="0"/>
              <a:t>Download the application base on </a:t>
            </a:r>
            <a:br>
              <a:rPr lang="en-US" sz="1400" dirty="0"/>
            </a:br>
            <a:r>
              <a:rPr lang="en-US" sz="1400" dirty="0"/>
              <a:t>your computer OS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Execute the application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400" dirty="0"/>
          </a:p>
          <a:p>
            <a:pPr>
              <a:lnSpc>
                <a:spcPct val="90000"/>
              </a:lnSpc>
            </a:pPr>
            <a:endParaRPr lang="en-US" sz="1400" dirty="0"/>
          </a:p>
          <a:p>
            <a:pPr>
              <a:lnSpc>
                <a:spcPct val="90000"/>
              </a:lnSpc>
            </a:pPr>
            <a:endParaRPr lang="en-US" sz="1400" dirty="0"/>
          </a:p>
          <a:p>
            <a:pPr>
              <a:lnSpc>
                <a:spcPct val="90000"/>
              </a:lnSpc>
            </a:pPr>
            <a:endParaRPr lang="en-US" sz="1400" dirty="0"/>
          </a:p>
          <a:p>
            <a:pPr>
              <a:lnSpc>
                <a:spcPct val="90000"/>
              </a:lnSpc>
            </a:pPr>
            <a:endParaRPr lang="en-US" sz="1400" dirty="0"/>
          </a:p>
          <a:p>
            <a:pPr lvl="4">
              <a:lnSpc>
                <a:spcPct val="90000"/>
              </a:lnSpc>
            </a:pPr>
            <a:endParaRPr lang="en-US" sz="1400" dirty="0"/>
          </a:p>
          <a:p>
            <a:pPr lvl="8">
              <a:lnSpc>
                <a:spcPct val="90000"/>
              </a:lnSpc>
            </a:pPr>
            <a:r>
              <a:rPr lang="en-US" sz="1400" dirty="0"/>
              <a:t>   CLIPS on MacOS</a:t>
            </a:r>
            <a:br>
              <a:rPr lang="en-US" sz="1400" dirty="0"/>
            </a:b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D5CC3D-4553-4DD7-9BD3-30DF656FF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766" y="1393023"/>
            <a:ext cx="4602747" cy="370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71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1F601-EF6E-EA37-487C-5EDC088AF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CLIPS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39B61-0EF2-6B14-05BE-EC95B2005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Rule-Based Language</a:t>
            </a:r>
          </a:p>
          <a:p>
            <a:pPr lvl="1"/>
            <a:r>
              <a:rPr lang="en-US" dirty="0"/>
              <a:t>Can create a fact list</a:t>
            </a:r>
          </a:p>
          <a:p>
            <a:pPr lvl="1"/>
            <a:r>
              <a:rPr lang="en-US" dirty="0"/>
              <a:t>Can create a rule set</a:t>
            </a:r>
          </a:p>
          <a:p>
            <a:pPr lvl="1"/>
            <a:r>
              <a:rPr lang="en-US" dirty="0"/>
              <a:t>An inference engine matches facts against rules</a:t>
            </a:r>
          </a:p>
          <a:p>
            <a:r>
              <a:rPr lang="en-US" dirty="0"/>
              <a:t>Object-Oriented Language</a:t>
            </a:r>
          </a:p>
          <a:p>
            <a:pPr lvl="1"/>
            <a:r>
              <a:rPr lang="en-US" dirty="0"/>
              <a:t>Can define classes</a:t>
            </a:r>
          </a:p>
          <a:p>
            <a:pPr lvl="1"/>
            <a:r>
              <a:rPr lang="en-US" dirty="0"/>
              <a:t>Can create different sets of instances</a:t>
            </a:r>
          </a:p>
          <a:p>
            <a:pPr lvl="1"/>
            <a:r>
              <a:rPr lang="en-US" dirty="0"/>
              <a:t>Special forms allow you to interface rules and objects</a:t>
            </a:r>
          </a:p>
        </p:txBody>
      </p:sp>
    </p:spTree>
    <p:extLst>
      <p:ext uri="{BB962C8B-B14F-4D97-AF65-F5344CB8AC3E}">
        <p14:creationId xmlns:p14="http://schemas.microsoft.com/office/powerpoint/2010/main" val="1275830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A82F-358B-BC7E-67C0-67E0CB6B5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CLIPS Commands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00C6C4-E29A-7C48-CEE7-CC035FE17F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424022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6815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ED86A-E8C3-7114-02F5-3221BBA9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73D5-460C-D752-2D91-E7A24377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CLIPS Commands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5C1DE1-6C51-3EC0-56AD-1C4898503E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7738309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1702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8CC62-D1B7-F904-F8F9-DC177DC95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Facts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89EA785-EC21-4E1A-9230-26667EECA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7774" y="1930400"/>
            <a:ext cx="5372091" cy="440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442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44CAF-3318-9A86-70FC-962CF917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0A426-C7F4-FE2A-BCB7-C9A7D301D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Rules have the following structure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(</a:t>
            </a:r>
            <a:r>
              <a:rPr lang="en-US" dirty="0" err="1"/>
              <a:t>defrule</a:t>
            </a:r>
            <a:r>
              <a:rPr lang="en-US" dirty="0"/>
              <a:t> rule-name optional-comment</a:t>
            </a:r>
          </a:p>
          <a:p>
            <a:pPr marL="0" indent="0">
              <a:buNone/>
            </a:pPr>
            <a:r>
              <a:rPr lang="en-US" dirty="0"/>
              <a:t>		optional-declaration</a:t>
            </a:r>
          </a:p>
          <a:p>
            <a:pPr marL="0" indent="0">
              <a:buNone/>
            </a:pPr>
            <a:r>
              <a:rPr lang="en-US" dirty="0"/>
              <a:t>		condition</a:t>
            </a:r>
          </a:p>
          <a:p>
            <a:pPr marL="0" indent="0">
              <a:buNone/>
            </a:pPr>
            <a:r>
              <a:rPr lang="en-US" dirty="0"/>
              <a:t>		…</a:t>
            </a:r>
          </a:p>
          <a:p>
            <a:pPr marL="0" indent="0">
              <a:buNone/>
            </a:pPr>
            <a:r>
              <a:rPr lang="en-US" dirty="0"/>
              <a:t>		condition</a:t>
            </a:r>
          </a:p>
          <a:p>
            <a:pPr marL="0" indent="0">
              <a:buNone/>
            </a:pPr>
            <a:r>
              <a:rPr lang="en-US" dirty="0"/>
              <a:t>		=&gt;</a:t>
            </a:r>
          </a:p>
          <a:p>
            <a:pPr marL="0" indent="0">
              <a:buNone/>
            </a:pPr>
            <a:r>
              <a:rPr lang="en-US" dirty="0"/>
              <a:t>		action</a:t>
            </a:r>
          </a:p>
          <a:p>
            <a:pPr marL="0" indent="0">
              <a:buNone/>
            </a:pPr>
            <a:r>
              <a:rPr lang="en-US" dirty="0"/>
              <a:t>		…</a:t>
            </a:r>
          </a:p>
          <a:p>
            <a:pPr marL="0" indent="0">
              <a:buNone/>
            </a:pPr>
            <a:r>
              <a:rPr lang="en-US" dirty="0"/>
              <a:t>		action</a:t>
            </a:r>
          </a:p>
          <a:p>
            <a:pPr marL="0" indent="0">
              <a:buNone/>
            </a:pPr>
            <a:r>
              <a:rPr lang="en-US" dirty="0"/>
              <a:t>	)</a:t>
            </a:r>
          </a:p>
        </p:txBody>
      </p:sp>
    </p:spTree>
    <p:extLst>
      <p:ext uri="{BB962C8B-B14F-4D97-AF65-F5344CB8AC3E}">
        <p14:creationId xmlns:p14="http://schemas.microsoft.com/office/powerpoint/2010/main" val="2059769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8D6B-09E0-C9A3-ADCB-1E4F7D2C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CLIPS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E5D0-432F-EFFF-5EC8-049A8BD8B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Expert Systems (medical diagnosis)</a:t>
            </a:r>
          </a:p>
          <a:p>
            <a:r>
              <a:rPr lang="en-US" dirty="0"/>
              <a:t>Decision support systems</a:t>
            </a:r>
          </a:p>
          <a:p>
            <a:r>
              <a:rPr lang="en-US" dirty="0"/>
              <a:t>Knowledge-based AI systems</a:t>
            </a:r>
          </a:p>
          <a:p>
            <a:r>
              <a:rPr lang="en-US" dirty="0"/>
              <a:t>Configuration systems</a:t>
            </a:r>
          </a:p>
        </p:txBody>
      </p:sp>
    </p:spTree>
    <p:extLst>
      <p:ext uri="{BB962C8B-B14F-4D97-AF65-F5344CB8AC3E}">
        <p14:creationId xmlns:p14="http://schemas.microsoft.com/office/powerpoint/2010/main" val="2205668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DAB1A-C473-D83E-51BA-7A8F9CA44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vs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154F2-BBFE-123D-7F27-6D1E74A00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Easy to model human reasoning </a:t>
            </a:r>
          </a:p>
          <a:p>
            <a:pPr lvl="1"/>
            <a:r>
              <a:rPr lang="en-US" dirty="0"/>
              <a:t>Explainable logic (transparent rules) </a:t>
            </a:r>
          </a:p>
          <a:p>
            <a:pPr lvl="1"/>
            <a:r>
              <a:rPr lang="en-US" dirty="0"/>
              <a:t>Efficient pattern matching </a:t>
            </a:r>
          </a:p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Not suited for numerical-heavy computation </a:t>
            </a:r>
          </a:p>
          <a:p>
            <a:pPr lvl="1"/>
            <a:r>
              <a:rPr lang="en-US" dirty="0"/>
              <a:t>Can become complex with many rules </a:t>
            </a:r>
          </a:p>
          <a:p>
            <a:pPr lvl="1"/>
            <a:r>
              <a:rPr lang="en-US" dirty="0"/>
              <a:t>Limited modern ecosystem compared to Python-based AI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352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AED65-EB1B-0115-E12E-3E5BCF04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CLIPS vs Modern AI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C77D6F-E027-FA53-DD2D-2946B59741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2351491"/>
              </p:ext>
            </p:extLst>
          </p:nvPr>
        </p:nvGraphicFramePr>
        <p:xfrm>
          <a:off x="677863" y="2160588"/>
          <a:ext cx="8596311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4192678322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66127898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4194713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Modern AI (e.g., ML)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100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Rule-based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Data-driven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404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Usually 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001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Automatic 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366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Logic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Prediction and Pattern </a:t>
                      </a:r>
                      <a:r>
                        <a:rPr lang="en-US" dirty="0" err="1"/>
                        <a:t>recongnition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883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039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4D1FF-071E-9B5F-6A8D-A788DECED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You Should Use CLIPS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5C87A-4743-427B-8F0A-76C5CFA07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CLIPS if:</a:t>
            </a:r>
          </a:p>
          <a:p>
            <a:pPr lvl="1"/>
            <a:r>
              <a:rPr lang="en-US" dirty="0"/>
              <a:t>You need explicit reasoning</a:t>
            </a:r>
          </a:p>
          <a:p>
            <a:pPr lvl="1"/>
            <a:r>
              <a:rPr lang="en-US" dirty="0"/>
              <a:t>Rules are clearly defined</a:t>
            </a:r>
          </a:p>
          <a:p>
            <a:pPr lvl="1"/>
            <a:r>
              <a:rPr lang="en-US" dirty="0"/>
              <a:t>Explainability is critical</a:t>
            </a:r>
          </a:p>
          <a:p>
            <a:r>
              <a:rPr lang="en-US" dirty="0"/>
              <a:t>Avoid it if:</a:t>
            </a:r>
          </a:p>
          <a:p>
            <a:pPr lvl="1"/>
            <a:r>
              <a:rPr lang="en-US" dirty="0"/>
              <a:t>You need machine learning</a:t>
            </a:r>
          </a:p>
          <a:p>
            <a:pPr lvl="1"/>
            <a:r>
              <a:rPr lang="en-US" dirty="0"/>
              <a:t>Data is large and unstructured</a:t>
            </a:r>
          </a:p>
        </p:txBody>
      </p:sp>
    </p:spTree>
    <p:extLst>
      <p:ext uri="{BB962C8B-B14F-4D97-AF65-F5344CB8AC3E}">
        <p14:creationId xmlns:p14="http://schemas.microsoft.com/office/powerpoint/2010/main" val="2719756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AB295-020E-4738-79E7-224E140E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Template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43A941-43B1-1F99-5D2C-84B0923229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1450" y="1683465"/>
            <a:ext cx="5016030" cy="46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25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327A-FF0D-82C3-AD09-8911FF52C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3B0845-D2CC-4870-14B9-1B058F31B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6660" y="1604742"/>
            <a:ext cx="5284431" cy="48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00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31647-6427-BBFB-FC59-0D54A3BFC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F3E5C2-FCFB-133E-43C4-6D319361D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1974" y="2333917"/>
            <a:ext cx="5370570" cy="367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315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FFF1-31CD-ABE0-0E9F-F067CC440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Rule Example of Our code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E1E5CE5-FA1B-B35B-EF8D-C875453DE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720916" cy="356073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8297C0-0789-0B6E-434F-86056A84B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199" y="152407"/>
            <a:ext cx="4320911" cy="649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610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6524-138A-6ECE-6F85-2804B6019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4CB4E-B5D2-1DA4-D63B-63C560AF1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https://www1.se.cuhk.edu.hk/~seem5750/CLIPS%201.pdf</a:t>
            </a:r>
            <a:endParaRPr lang="en-US" dirty="0"/>
          </a:p>
          <a:p>
            <a:r>
              <a:rPr lang="en-US" dirty="0">
                <a:hlinkClick r:id="rId3"/>
              </a:rPr>
              <a:t>https://www.slideshare.net/slideshow/introduction-to-clips-expert-system-presentation/578788</a:t>
            </a:r>
            <a:endParaRPr lang="en-US" dirty="0"/>
          </a:p>
          <a:p>
            <a:r>
              <a:rPr lang="en-US" dirty="0">
                <a:hlinkClick r:id="rId4"/>
              </a:rPr>
              <a:t>https://blog.ldtalentwork.com/2020/04/26/how-to-build-an-expert-system-with-clips/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51018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265</TotalTime>
  <Words>621</Words>
  <Application>Microsoft Macintosh PowerPoint</Application>
  <PresentationFormat>Widescreen</PresentationFormat>
  <Paragraphs>112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Trebuchet MS</vt:lpstr>
      <vt:lpstr>Wingdings 3</vt:lpstr>
      <vt:lpstr>Facet</vt:lpstr>
      <vt:lpstr>CLIPS – Programming Language (C Language Integrated Production System)</vt:lpstr>
      <vt:lpstr>Introduction of CLIPS</vt:lpstr>
      <vt:lpstr>History of CLIPS</vt:lpstr>
      <vt:lpstr>CLIPS in Expert System</vt:lpstr>
      <vt:lpstr>Installation of CLIPS</vt:lpstr>
      <vt:lpstr>Components of CLIPS</vt:lpstr>
      <vt:lpstr>CLIPS Commands</vt:lpstr>
      <vt:lpstr>CLIPS Commands</vt:lpstr>
      <vt:lpstr>Defining Facts</vt:lpstr>
      <vt:lpstr>Defining Rules</vt:lpstr>
      <vt:lpstr>Typical CLIPS Application</vt:lpstr>
      <vt:lpstr>Advantages vs Limitations</vt:lpstr>
      <vt:lpstr>CLIPS vs Modern AI</vt:lpstr>
      <vt:lpstr>When You Should Use CLIPS</vt:lpstr>
      <vt:lpstr>Defining Template Example</vt:lpstr>
      <vt:lpstr>Function Example</vt:lpstr>
      <vt:lpstr>Fact Example</vt:lpstr>
      <vt:lpstr>Rule Example of Our code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Chan (LCL)</dc:creator>
  <cp:lastModifiedBy>Kevin Chan (LCL)</cp:lastModifiedBy>
  <cp:revision>5</cp:revision>
  <dcterms:created xsi:type="dcterms:W3CDTF">2026-03-27T02:25:22Z</dcterms:created>
  <dcterms:modified xsi:type="dcterms:W3CDTF">2026-03-29T00:44:45Z</dcterms:modified>
</cp:coreProperties>
</file>